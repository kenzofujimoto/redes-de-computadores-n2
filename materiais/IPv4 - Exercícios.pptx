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24479250" cy="89995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monstração" id="{386076A8-54CE-40D3-8B6B-2249C2FC66F2}">
          <p14:sldIdLst>
            <p14:sldId id="256"/>
            <p14:sldId id="258"/>
            <p14:sldId id="259"/>
            <p14:sldId id="260"/>
            <p14:sldId id="261"/>
          </p14:sldIdLst>
        </p14:section>
        <p14:section name="Exercícios" id="{F744CA80-6B6B-4FF7-9AC8-66F115B24FE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5852" autoAdjust="0"/>
  </p:normalViewPr>
  <p:slideViewPr>
    <p:cSldViewPr snapToGrid="0">
      <p:cViewPr varScale="1">
        <p:scale>
          <a:sx n="68" d="100"/>
          <a:sy n="68" d="100"/>
        </p:scale>
        <p:origin x="13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06" y="1472842"/>
            <a:ext cx="18359438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06" y="4726842"/>
            <a:ext cx="18359438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58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01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0199" y="2243636"/>
            <a:ext cx="21113353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0199" y="6022609"/>
            <a:ext cx="21113353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42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2949" y="2395710"/>
            <a:ext cx="10403681" cy="57101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2620" y="2395710"/>
            <a:ext cx="10403681" cy="57101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30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137" y="479143"/>
            <a:ext cx="21113353" cy="173949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6138" y="2206137"/>
            <a:ext cx="10355869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6138" y="3287331"/>
            <a:ext cx="10355869" cy="48351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92620" y="2206137"/>
            <a:ext cx="10406870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92620" y="3287331"/>
            <a:ext cx="10406870" cy="48351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70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87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138" y="599969"/>
            <a:ext cx="7895195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6870" y="1295767"/>
            <a:ext cx="1239262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6138" y="2699862"/>
            <a:ext cx="7895195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53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138" y="599969"/>
            <a:ext cx="7895195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06870" y="1295767"/>
            <a:ext cx="1239262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6138" y="2699862"/>
            <a:ext cx="7895195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58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49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517963" y="479142"/>
            <a:ext cx="5278338" cy="762669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82949" y="479142"/>
            <a:ext cx="15529024" cy="762669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27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2949" y="479143"/>
            <a:ext cx="21113353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949" y="2395710"/>
            <a:ext cx="21113353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82949" y="8341239"/>
            <a:ext cx="5507831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C2DA1-1D39-4DD7-A0C8-7D20ACC4DD1E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08752" y="8341239"/>
            <a:ext cx="826174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88470" y="8341239"/>
            <a:ext cx="5507831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093E-7979-4B70-9B5D-112DC34E0E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00548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208.90.85.145/28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293730"/>
              </p:ext>
            </p:extLst>
          </p:nvPr>
        </p:nvGraphicFramePr>
        <p:xfrm>
          <a:off x="2395229" y="5856158"/>
          <a:ext cx="7179173" cy="25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54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297633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208.90.85.144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208.90.85.145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208.90.85.158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208.90.85.159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208.90.85.160/28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340625"/>
              </p:ext>
            </p:extLst>
          </p:nvPr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54262"/>
              </p:ext>
            </p:extLst>
          </p:nvPr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pSp>
        <p:nvGrpSpPr>
          <p:cNvPr id="3" name="Agrupar 2">
            <a:extLst>
              <a:ext uri="{FF2B5EF4-FFF2-40B4-BE49-F238E27FC236}">
                <a16:creationId xmlns:a16="http://schemas.microsoft.com/office/drawing/2014/main" id="{AB379228-1E17-54E7-D270-75B522356149}"/>
              </a:ext>
            </a:extLst>
          </p:cNvPr>
          <p:cNvGrpSpPr/>
          <p:nvPr/>
        </p:nvGrpSpPr>
        <p:grpSpPr>
          <a:xfrm>
            <a:off x="14772661" y="1287391"/>
            <a:ext cx="2336787" cy="5651566"/>
            <a:chOff x="15876492" y="5018302"/>
            <a:chExt cx="2336787" cy="3605064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FA576C0D-ABEB-13B3-EB9B-46DAAC7B60F8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EFF55BBD-21D9-765F-D7EF-9F6DCF6FA348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79" y="5018302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eta: para a Esquerda 5">
              <a:extLst>
                <a:ext uri="{FF2B5EF4-FFF2-40B4-BE49-F238E27FC236}">
                  <a16:creationId xmlns:a16="http://schemas.microsoft.com/office/drawing/2014/main" id="{C8AFECD6-C191-E108-C274-C752066C916C}"/>
                </a:ext>
              </a:extLst>
            </p:cNvPr>
            <p:cNvSpPr/>
            <p:nvPr/>
          </p:nvSpPr>
          <p:spPr>
            <a:xfrm>
              <a:off x="15876492" y="8105206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996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18667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99967" rtl="0" eaLnBrk="1" latinLnBrk="0" hangingPunct="1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solidFill>
                            <a:schemeClr val="bg1"/>
                          </a:solidFill>
                        </a:rPr>
                        <a:t>1</a:t>
                      </a:r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188.57.121.200/26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408275"/>
              </p:ext>
            </p:extLst>
          </p:nvPr>
        </p:nvGraphicFramePr>
        <p:xfrm>
          <a:off x="2472826" y="5699504"/>
          <a:ext cx="7179173" cy="25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54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297633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188.57.121.192/26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188.57.121.193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188.57.121.254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188.57.121.255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188.57.122.0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pSp>
        <p:nvGrpSpPr>
          <p:cNvPr id="3" name="Agrupar 2">
            <a:extLst>
              <a:ext uri="{FF2B5EF4-FFF2-40B4-BE49-F238E27FC236}">
                <a16:creationId xmlns:a16="http://schemas.microsoft.com/office/drawing/2014/main" id="{B454FFBD-71D6-895B-8FC9-648B5FC3C5A6}"/>
              </a:ext>
            </a:extLst>
          </p:cNvPr>
          <p:cNvGrpSpPr/>
          <p:nvPr/>
        </p:nvGrpSpPr>
        <p:grpSpPr>
          <a:xfrm>
            <a:off x="13863988" y="1309578"/>
            <a:ext cx="2336787" cy="5651566"/>
            <a:chOff x="15876492" y="5018302"/>
            <a:chExt cx="2336787" cy="3605064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3DD17DEA-94CB-1C6F-3B0B-70594240415E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6D9E85D-6C77-B684-D147-995141C093C9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79" y="5018302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eta: para a Esquerda 5">
              <a:extLst>
                <a:ext uri="{FF2B5EF4-FFF2-40B4-BE49-F238E27FC236}">
                  <a16:creationId xmlns:a16="http://schemas.microsoft.com/office/drawing/2014/main" id="{6E671265-3B84-537C-AF67-F0DDDCB5BA13}"/>
                </a:ext>
              </a:extLst>
            </p:cNvPr>
            <p:cNvSpPr/>
            <p:nvPr/>
          </p:nvSpPr>
          <p:spPr>
            <a:xfrm>
              <a:off x="15876492" y="8105206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190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13292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177.89.100.205/27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30731"/>
              </p:ext>
            </p:extLst>
          </p:nvPr>
        </p:nvGraphicFramePr>
        <p:xfrm>
          <a:off x="2472826" y="5719824"/>
          <a:ext cx="7179173" cy="25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54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297633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pSp>
        <p:nvGrpSpPr>
          <p:cNvPr id="2" name="Agrupar 1">
            <a:extLst>
              <a:ext uri="{FF2B5EF4-FFF2-40B4-BE49-F238E27FC236}">
                <a16:creationId xmlns:a16="http://schemas.microsoft.com/office/drawing/2014/main" id="{F6D0FBAE-9B26-76C4-3052-A5C5EDD7F754}"/>
              </a:ext>
            </a:extLst>
          </p:cNvPr>
          <p:cNvGrpSpPr/>
          <p:nvPr/>
        </p:nvGrpSpPr>
        <p:grpSpPr>
          <a:xfrm>
            <a:off x="21424136" y="2227052"/>
            <a:ext cx="2336787" cy="5711188"/>
            <a:chOff x="15876492" y="5033744"/>
            <a:chExt cx="2336787" cy="3605064"/>
          </a:xfrm>
        </p:grpSpPr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C3C922E0-E438-4577-B1AF-E9307CFA2CBA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AFE1DC19-C00E-510D-3A12-3AC5AAE22B06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79" y="5033744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eta: para a Esquerda 12">
              <a:extLst>
                <a:ext uri="{FF2B5EF4-FFF2-40B4-BE49-F238E27FC236}">
                  <a16:creationId xmlns:a16="http://schemas.microsoft.com/office/drawing/2014/main" id="{12E3703B-E51B-F4EA-BA7E-67D1051C1700}"/>
                </a:ext>
              </a:extLst>
            </p:cNvPr>
            <p:cNvSpPr/>
            <p:nvPr/>
          </p:nvSpPr>
          <p:spPr>
            <a:xfrm>
              <a:off x="15876492" y="8120648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34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306213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215.180.23.140/25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370887"/>
              </p:ext>
            </p:extLst>
          </p:nvPr>
        </p:nvGraphicFramePr>
        <p:xfrm>
          <a:off x="2472826" y="5669024"/>
          <a:ext cx="7179173" cy="25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54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297633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pSp>
        <p:nvGrpSpPr>
          <p:cNvPr id="2" name="Agrupar 1">
            <a:extLst>
              <a:ext uri="{FF2B5EF4-FFF2-40B4-BE49-F238E27FC236}">
                <a16:creationId xmlns:a16="http://schemas.microsoft.com/office/drawing/2014/main" id="{2B419E4B-F008-0BBE-C89E-35914FAB5B60}"/>
              </a:ext>
            </a:extLst>
          </p:cNvPr>
          <p:cNvGrpSpPr/>
          <p:nvPr/>
        </p:nvGrpSpPr>
        <p:grpSpPr>
          <a:xfrm>
            <a:off x="20644616" y="1279098"/>
            <a:ext cx="2336787" cy="5651566"/>
            <a:chOff x="15876492" y="5018302"/>
            <a:chExt cx="2336787" cy="3605064"/>
          </a:xfrm>
        </p:grpSpPr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C3C922E0-E438-4577-B1AF-E9307CFA2CBA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ED7754ED-63E8-B70B-2423-F937E0E1B8E9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79" y="5018302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eta: para a Esquerda 12">
              <a:extLst>
                <a:ext uri="{FF2B5EF4-FFF2-40B4-BE49-F238E27FC236}">
                  <a16:creationId xmlns:a16="http://schemas.microsoft.com/office/drawing/2014/main" id="{2EED68A1-72F5-6126-2CFB-053EC43E2E35}"/>
                </a:ext>
              </a:extLst>
            </p:cNvPr>
            <p:cNvSpPr/>
            <p:nvPr/>
          </p:nvSpPr>
          <p:spPr>
            <a:xfrm>
              <a:off x="15876492" y="8105206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37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661236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200.98.178.100/19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904186"/>
              </p:ext>
            </p:extLst>
          </p:nvPr>
        </p:nvGraphicFramePr>
        <p:xfrm>
          <a:off x="2472826" y="5669024"/>
          <a:ext cx="7179173" cy="25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54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297633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50465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pSp>
        <p:nvGrpSpPr>
          <p:cNvPr id="2" name="Agrupar 1">
            <a:extLst>
              <a:ext uri="{FF2B5EF4-FFF2-40B4-BE49-F238E27FC236}">
                <a16:creationId xmlns:a16="http://schemas.microsoft.com/office/drawing/2014/main" id="{FF0D2DDF-1CE4-ED48-2AFD-63ADC722203C}"/>
              </a:ext>
            </a:extLst>
          </p:cNvPr>
          <p:cNvGrpSpPr/>
          <p:nvPr/>
        </p:nvGrpSpPr>
        <p:grpSpPr>
          <a:xfrm>
            <a:off x="20644604" y="2040576"/>
            <a:ext cx="2336799" cy="5660571"/>
            <a:chOff x="15876480" y="5061845"/>
            <a:chExt cx="2336799" cy="3561521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92625A37-983B-455C-8B18-8C996C451C05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67" y="5061845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C3C922E0-E438-4577-B1AF-E9307CFA2CBA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sp>
          <p:nvSpPr>
            <p:cNvPr id="17" name="Seta: para a Esquerda 16">
              <a:extLst>
                <a:ext uri="{FF2B5EF4-FFF2-40B4-BE49-F238E27FC236}">
                  <a16:creationId xmlns:a16="http://schemas.microsoft.com/office/drawing/2014/main" id="{46B59B05-0F0B-48C4-BF40-F8B75840AF65}"/>
                </a:ext>
              </a:extLst>
            </p:cNvPr>
            <p:cNvSpPr/>
            <p:nvPr/>
          </p:nvSpPr>
          <p:spPr>
            <a:xfrm>
              <a:off x="15876480" y="8105206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31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/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201.50.79.157/24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824697"/>
              </p:ext>
            </p:extLst>
          </p:nvPr>
        </p:nvGraphicFramePr>
        <p:xfrm>
          <a:off x="2472826" y="5669024"/>
          <a:ext cx="7620296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7151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623145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7044867" y="4942102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7044879" y="8105206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5876480" y="8105206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10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/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178.87.148.135/25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926692"/>
              </p:ext>
            </p:extLst>
          </p:nvPr>
        </p:nvGraphicFramePr>
        <p:xfrm>
          <a:off x="2472826" y="5669024"/>
          <a:ext cx="7435103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8615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486488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grpSp>
        <p:nvGrpSpPr>
          <p:cNvPr id="2" name="Agrupar 1">
            <a:extLst>
              <a:ext uri="{FF2B5EF4-FFF2-40B4-BE49-F238E27FC236}">
                <a16:creationId xmlns:a16="http://schemas.microsoft.com/office/drawing/2014/main" id="{6BFDEF87-1C1C-51FE-BA6C-A62CBD642C66}"/>
              </a:ext>
            </a:extLst>
          </p:cNvPr>
          <p:cNvGrpSpPr/>
          <p:nvPr/>
        </p:nvGrpSpPr>
        <p:grpSpPr>
          <a:xfrm>
            <a:off x="15876480" y="4778816"/>
            <a:ext cx="2336799" cy="3844550"/>
            <a:chOff x="15876480" y="4778816"/>
            <a:chExt cx="2336799" cy="3844550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92625A37-983B-455C-8B18-8C996C451C05}"/>
                </a:ext>
              </a:extLst>
            </p:cNvPr>
            <p:cNvCxnSpPr>
              <a:cxnSpLocks/>
            </p:cNvCxnSpPr>
            <p:nvPr/>
          </p:nvCxnSpPr>
          <p:spPr>
            <a:xfrm>
              <a:off x="17044867" y="4778816"/>
              <a:ext cx="0" cy="3478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C3C922E0-E438-4577-B1AF-E9307CFA2CBA}"/>
                </a:ext>
              </a:extLst>
            </p:cNvPr>
            <p:cNvSpPr/>
            <p:nvPr/>
          </p:nvSpPr>
          <p:spPr>
            <a:xfrm>
              <a:off x="17044879" y="8105206"/>
              <a:ext cx="1168400" cy="518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Host</a:t>
              </a:r>
            </a:p>
          </p:txBody>
        </p:sp>
        <p:sp>
          <p:nvSpPr>
            <p:cNvPr id="17" name="Seta: para a Esquerda 16">
              <a:extLst>
                <a:ext uri="{FF2B5EF4-FFF2-40B4-BE49-F238E27FC236}">
                  <a16:creationId xmlns:a16="http://schemas.microsoft.com/office/drawing/2014/main" id="{46B59B05-0F0B-48C4-BF40-F8B75840AF65}"/>
                </a:ext>
              </a:extLst>
            </p:cNvPr>
            <p:cNvSpPr/>
            <p:nvPr/>
          </p:nvSpPr>
          <p:spPr>
            <a:xfrm>
              <a:off x="15876480" y="8105206"/>
              <a:ext cx="1168387" cy="51816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Rede</a:t>
              </a:r>
            </a:p>
          </p:txBody>
        </p:sp>
      </p:grp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56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/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189.251.75.89/26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39683"/>
              </p:ext>
            </p:extLst>
          </p:nvPr>
        </p:nvGraphicFramePr>
        <p:xfrm>
          <a:off x="2472826" y="5669024"/>
          <a:ext cx="7504544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6814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537730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7044867" y="5018302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7044879" y="8105206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5876480" y="8105206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48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/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168.125.97.110/27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47932"/>
              </p:ext>
            </p:extLst>
          </p:nvPr>
        </p:nvGraphicFramePr>
        <p:xfrm>
          <a:off x="2472826" y="5669024"/>
          <a:ext cx="7597142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1083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606059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7044867" y="5018302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7044879" y="8105206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5876480" y="8105206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55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6776"/>
              </p:ext>
            </p:extLst>
          </p:nvPr>
        </p:nvGraphicFramePr>
        <p:xfrm>
          <a:off x="2472826" y="834227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154.241.87.203/28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6885"/>
              </p:ext>
            </p:extLst>
          </p:nvPr>
        </p:nvGraphicFramePr>
        <p:xfrm>
          <a:off x="2472825" y="5669024"/>
          <a:ext cx="7689744" cy="3235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52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674392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8857850" y="5299692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8857862" y="8386596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7689463" y="8386596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77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470470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225.46.72.149/29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7236729" y="5033744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7236741" y="8120648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6068342" y="8120648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4" name="Tabela 10">
            <a:extLst>
              <a:ext uri="{FF2B5EF4-FFF2-40B4-BE49-F238E27FC236}">
                <a16:creationId xmlns:a16="http://schemas.microsoft.com/office/drawing/2014/main" id="{7B788CE1-CCF4-4A8E-919E-DCDD4EF62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99289"/>
              </p:ext>
            </p:extLst>
          </p:nvPr>
        </p:nvGraphicFramePr>
        <p:xfrm>
          <a:off x="2472825" y="5669024"/>
          <a:ext cx="7689744" cy="3235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52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674392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47146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407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995927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177.225.78.81/30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94738"/>
              </p:ext>
            </p:extLst>
          </p:nvPr>
        </p:nvGraphicFramePr>
        <p:xfrm>
          <a:off x="2472826" y="5669024"/>
          <a:ext cx="7435100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8614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486486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9320064" y="5253933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9320076" y="8340837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8151677" y="8340837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000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54146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128.174.200.189/23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33898"/>
              </p:ext>
            </p:extLst>
          </p:nvPr>
        </p:nvGraphicFramePr>
        <p:xfrm>
          <a:off x="2472826" y="5669024"/>
          <a:ext cx="7423527" cy="304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581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477946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0828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0828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0828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0828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0828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9795655" y="5105400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9795667" y="8192304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8627268" y="8192304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03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05882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203.81.223.78/20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4455"/>
              </p:ext>
            </p:extLst>
          </p:nvPr>
        </p:nvGraphicFramePr>
        <p:xfrm>
          <a:off x="2472826" y="5669024"/>
          <a:ext cx="7504544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6814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537730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9933718" y="5275395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9933730" y="8362299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8765331" y="8362299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6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2392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148.95.123.58/14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593196"/>
              </p:ext>
            </p:extLst>
          </p:nvPr>
        </p:nvGraphicFramePr>
        <p:xfrm>
          <a:off x="2472826" y="5669024"/>
          <a:ext cx="7539266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5914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563352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19933718" y="5283200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19933730" y="8370104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8765331" y="8370104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65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35400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167.201.47.85/10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83386"/>
              </p:ext>
            </p:extLst>
          </p:nvPr>
        </p:nvGraphicFramePr>
        <p:xfrm>
          <a:off x="2472826" y="5669024"/>
          <a:ext cx="7759193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3554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725639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20673015" y="5006014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20673027" y="8092918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9504628" y="8092918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672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D542CAE7-A45E-4556-B539-50D32E0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517083"/>
              </p:ext>
            </p:extLst>
          </p:nvPr>
        </p:nvGraphicFramePr>
        <p:xfrm>
          <a:off x="2472826" y="878890"/>
          <a:ext cx="15317526" cy="377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211">
                  <a:extLst>
                    <a:ext uri="{9D8B030D-6E8A-4147-A177-3AD203B41FA5}">
                      <a16:colId xmlns:a16="http://schemas.microsoft.com/office/drawing/2014/main" val="1212687470"/>
                    </a:ext>
                  </a:extLst>
                </a:gridCol>
                <a:gridCol w="438420">
                  <a:extLst>
                    <a:ext uri="{9D8B030D-6E8A-4147-A177-3AD203B41FA5}">
                      <a16:colId xmlns:a16="http://schemas.microsoft.com/office/drawing/2014/main" val="1349022399"/>
                    </a:ext>
                  </a:extLst>
                </a:gridCol>
                <a:gridCol w="434386">
                  <a:extLst>
                    <a:ext uri="{9D8B030D-6E8A-4147-A177-3AD203B41FA5}">
                      <a16:colId xmlns:a16="http://schemas.microsoft.com/office/drawing/2014/main" val="39763296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8351617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220861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95877723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78557123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080723006"/>
                    </a:ext>
                  </a:extLst>
                </a:gridCol>
                <a:gridCol w="537382">
                  <a:extLst>
                    <a:ext uri="{9D8B030D-6E8A-4147-A177-3AD203B41FA5}">
                      <a16:colId xmlns:a16="http://schemas.microsoft.com/office/drawing/2014/main" val="2460519462"/>
                    </a:ext>
                  </a:extLst>
                </a:gridCol>
                <a:gridCol w="456885">
                  <a:extLst>
                    <a:ext uri="{9D8B030D-6E8A-4147-A177-3AD203B41FA5}">
                      <a16:colId xmlns:a16="http://schemas.microsoft.com/office/drawing/2014/main" val="4247080061"/>
                    </a:ext>
                  </a:extLst>
                </a:gridCol>
                <a:gridCol w="441750">
                  <a:extLst>
                    <a:ext uri="{9D8B030D-6E8A-4147-A177-3AD203B41FA5}">
                      <a16:colId xmlns:a16="http://schemas.microsoft.com/office/drawing/2014/main" val="27907036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4513314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965383020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157658399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312099871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29312685"/>
                    </a:ext>
                  </a:extLst>
                </a:gridCol>
                <a:gridCol w="565163">
                  <a:extLst>
                    <a:ext uri="{9D8B030D-6E8A-4147-A177-3AD203B41FA5}">
                      <a16:colId xmlns:a16="http://schemas.microsoft.com/office/drawing/2014/main" val="1564496556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1469702445"/>
                    </a:ext>
                  </a:extLst>
                </a:gridCol>
                <a:gridCol w="431542">
                  <a:extLst>
                    <a:ext uri="{9D8B030D-6E8A-4147-A177-3AD203B41FA5}">
                      <a16:colId xmlns:a16="http://schemas.microsoft.com/office/drawing/2014/main" val="223253401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05022753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68928619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058642928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22149473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4226534831"/>
                    </a:ext>
                  </a:extLst>
                </a:gridCol>
                <a:gridCol w="601728">
                  <a:extLst>
                    <a:ext uri="{9D8B030D-6E8A-4147-A177-3AD203B41FA5}">
                      <a16:colId xmlns:a16="http://schemas.microsoft.com/office/drawing/2014/main" val="2663131647"/>
                    </a:ext>
                  </a:extLst>
                </a:gridCol>
                <a:gridCol w="474457">
                  <a:extLst>
                    <a:ext uri="{9D8B030D-6E8A-4147-A177-3AD203B41FA5}">
                      <a16:colId xmlns:a16="http://schemas.microsoft.com/office/drawing/2014/main" val="2402747727"/>
                    </a:ext>
                  </a:extLst>
                </a:gridCol>
                <a:gridCol w="448099">
                  <a:extLst>
                    <a:ext uri="{9D8B030D-6E8A-4147-A177-3AD203B41FA5}">
                      <a16:colId xmlns:a16="http://schemas.microsoft.com/office/drawing/2014/main" val="1549858543"/>
                    </a:ext>
                  </a:extLst>
                </a:gridCol>
                <a:gridCol w="439312">
                  <a:extLst>
                    <a:ext uri="{9D8B030D-6E8A-4147-A177-3AD203B41FA5}">
                      <a16:colId xmlns:a16="http://schemas.microsoft.com/office/drawing/2014/main" val="3177279018"/>
                    </a:ext>
                  </a:extLst>
                </a:gridCol>
                <a:gridCol w="429765">
                  <a:extLst>
                    <a:ext uri="{9D8B030D-6E8A-4147-A177-3AD203B41FA5}">
                      <a16:colId xmlns:a16="http://schemas.microsoft.com/office/drawing/2014/main" val="2530824056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3775404844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949734167"/>
                    </a:ext>
                  </a:extLst>
                </a:gridCol>
                <a:gridCol w="478673">
                  <a:extLst>
                    <a:ext uri="{9D8B030D-6E8A-4147-A177-3AD203B41FA5}">
                      <a16:colId xmlns:a16="http://schemas.microsoft.com/office/drawing/2014/main" val="1283310982"/>
                    </a:ext>
                  </a:extLst>
                </a:gridCol>
              </a:tblGrid>
              <a:tr h="403793"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 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2º 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3º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4º Octeto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tc hMerge="1">
                  <a:txBody>
                    <a:bodyPr/>
                    <a:lstStyle/>
                    <a:p>
                      <a:endParaRPr lang="pt-BR" sz="2600" dirty="0"/>
                    </a:p>
                  </a:txBody>
                  <a:tcPr marL="135005" marR="135005" marT="67503" marB="67503"/>
                </a:tc>
                <a:extLst>
                  <a:ext uri="{0D108BD9-81ED-4DB2-BD59-A6C34878D82A}">
                    <a16:rowId xmlns:a16="http://schemas.microsoft.com/office/drawing/2014/main" val="1923338904"/>
                  </a:ext>
                </a:extLst>
              </a:tr>
              <a:tr h="465271">
                <a:tc>
                  <a:txBody>
                    <a:bodyPr/>
                    <a:lstStyle/>
                    <a:p>
                      <a:r>
                        <a:rPr lang="pt-BR" sz="1200" b="0" dirty="0"/>
                        <a:t>2G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1G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16M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8M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1M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128K</a:t>
                      </a: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64K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32K</a:t>
                      </a:r>
                    </a:p>
                    <a:p>
                      <a:endParaRPr lang="pt-BR" sz="1200" b="0" dirty="0"/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16K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8K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4K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1K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512</a:t>
                      </a: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256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64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32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16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8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4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2</a:t>
                      </a: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72226"/>
                  </a:ext>
                </a:extLst>
              </a:tr>
              <a:tr h="463913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128</a:t>
                      </a: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273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2905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8050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070279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850220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21333"/>
                  </a:ext>
                </a:extLst>
              </a:tr>
              <a:tr h="403793"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0070C0"/>
                        </a:solidFill>
                      </a:endParaRPr>
                    </a:p>
                  </a:txBody>
                  <a:tcPr marL="100875" marR="100875" marT="50437" marB="50437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890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E50E4B4-D341-4047-BD23-D12CBF56C1EE}"/>
              </a:ext>
            </a:extLst>
          </p:cNvPr>
          <p:cNvSpPr txBox="1"/>
          <p:nvPr/>
        </p:nvSpPr>
        <p:spPr>
          <a:xfrm>
            <a:off x="7100253" y="238274"/>
            <a:ext cx="5448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Endereço: </a:t>
            </a:r>
            <a:r>
              <a:rPr lang="pt-BR" sz="3000" dirty="0"/>
              <a:t>225.91.158.98/7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FAB66210-4ACC-42AA-A370-675D35F2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610747"/>
              </p:ext>
            </p:extLst>
          </p:nvPr>
        </p:nvGraphicFramePr>
        <p:xfrm>
          <a:off x="2472826" y="5669024"/>
          <a:ext cx="7620294" cy="30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7150">
                  <a:extLst>
                    <a:ext uri="{9D8B030D-6E8A-4147-A177-3AD203B41FA5}">
                      <a16:colId xmlns:a16="http://schemas.microsoft.com/office/drawing/2014/main" val="4265936179"/>
                    </a:ext>
                  </a:extLst>
                </a:gridCol>
                <a:gridCol w="5623144">
                  <a:extLst>
                    <a:ext uri="{9D8B030D-6E8A-4147-A177-3AD203B41FA5}">
                      <a16:colId xmlns:a16="http://schemas.microsoft.com/office/drawing/2014/main" val="3824761056"/>
                    </a:ext>
                  </a:extLst>
                </a:gridCol>
              </a:tblGrid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Rede: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5952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1º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7281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Último Válido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9778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Broadcast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57295"/>
                  </a:ext>
                </a:extLst>
              </a:tr>
              <a:tr h="618448">
                <a:tc>
                  <a:txBody>
                    <a:bodyPr/>
                    <a:lstStyle/>
                    <a:p>
                      <a:r>
                        <a:rPr lang="pt-BR" dirty="0"/>
                        <a:t>Próxima Rede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5261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2625A37-983B-455C-8B18-8C996C451C05}"/>
              </a:ext>
            </a:extLst>
          </p:cNvPr>
          <p:cNvCxnSpPr>
            <a:cxnSpLocks/>
          </p:cNvCxnSpPr>
          <p:nvPr/>
        </p:nvCxnSpPr>
        <p:spPr>
          <a:xfrm>
            <a:off x="20246234" y="4714240"/>
            <a:ext cx="0" cy="3478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3C922E0-E438-4577-B1AF-E9307CFA2CBA}"/>
              </a:ext>
            </a:extLst>
          </p:cNvPr>
          <p:cNvSpPr/>
          <p:nvPr/>
        </p:nvSpPr>
        <p:spPr>
          <a:xfrm>
            <a:off x="20246246" y="7801144"/>
            <a:ext cx="1168400" cy="518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Host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46B59B05-0F0B-48C4-BF40-F8B75840AF65}"/>
              </a:ext>
            </a:extLst>
          </p:cNvPr>
          <p:cNvSpPr/>
          <p:nvPr/>
        </p:nvSpPr>
        <p:spPr>
          <a:xfrm>
            <a:off x="19077847" y="7801144"/>
            <a:ext cx="1168387" cy="518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Rede</a:t>
            </a:r>
          </a:p>
        </p:txBody>
      </p:sp>
      <p:graphicFrame>
        <p:nvGraphicFramePr>
          <p:cNvPr id="20" name="Tabela 20">
            <a:extLst>
              <a:ext uri="{FF2B5EF4-FFF2-40B4-BE49-F238E27FC236}">
                <a16:creationId xmlns:a16="http://schemas.microsoft.com/office/drawing/2014/main" id="{5A779006-57E7-42F7-8747-D76B379335ED}"/>
              </a:ext>
            </a:extLst>
          </p:cNvPr>
          <p:cNvGraphicFramePr>
            <a:graphicFrameLocks noGrp="1"/>
          </p:cNvGraphicFramePr>
          <p:nvPr/>
        </p:nvGraphicFramePr>
        <p:xfrm>
          <a:off x="1497847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  <p:graphicFrame>
        <p:nvGraphicFramePr>
          <p:cNvPr id="22" name="Tabela 20">
            <a:extLst>
              <a:ext uri="{FF2B5EF4-FFF2-40B4-BE49-F238E27FC236}">
                <a16:creationId xmlns:a16="http://schemas.microsoft.com/office/drawing/2014/main" id="{C9CF400C-C725-4448-9E5A-D80F8D0D53C4}"/>
              </a:ext>
            </a:extLst>
          </p:cNvPr>
          <p:cNvGraphicFramePr>
            <a:graphicFrameLocks noGrp="1"/>
          </p:cNvGraphicFramePr>
          <p:nvPr/>
        </p:nvGraphicFramePr>
        <p:xfrm>
          <a:off x="17790352" y="2227052"/>
          <a:ext cx="97497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979">
                  <a:extLst>
                    <a:ext uri="{9D8B030D-6E8A-4147-A177-3AD203B41FA5}">
                      <a16:colId xmlns:a16="http://schemas.microsoft.com/office/drawing/2014/main" val="3700205722"/>
                    </a:ext>
                  </a:extLst>
                </a:gridCol>
              </a:tblGrid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IP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5205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Mask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419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Rede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4767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1º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434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Ultimo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08273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r>
                        <a:rPr lang="pt-BR" sz="2000" dirty="0"/>
                        <a:t>Broad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3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028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</TotalTime>
  <Words>2077</Words>
  <Application>Microsoft Office PowerPoint</Application>
  <PresentationFormat>Personalizar</PresentationFormat>
  <Paragraphs>1890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®</dc:creator>
  <cp:lastModifiedBy>Marcelo Azevedo</cp:lastModifiedBy>
  <cp:revision>23</cp:revision>
  <dcterms:created xsi:type="dcterms:W3CDTF">2020-08-03T19:11:14Z</dcterms:created>
  <dcterms:modified xsi:type="dcterms:W3CDTF">2023-10-30T18:04:20Z</dcterms:modified>
</cp:coreProperties>
</file>